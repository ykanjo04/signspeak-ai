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800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8FAFC"/>
                </a:solidFill>
              </a:rPr>
              <a:t>SignSpeak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024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A5FA"/>
                </a:solidFill>
              </a:rPr>
              <a:t>Real-Time American + Arabic Sign Language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96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CSCI435 - University of Wollongong in Dubai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464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Yousef Kanjo, Member 2, Member 3, Member 4, Member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</a:rPr>
              <a:t>Problem and 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86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</a:rPr>
              <a:t>- Deaf UOWD students rely on a small pool of sign-language interpreters whose availability is constrained.
- When an interpreter is unavailable, normal office-hour and lecture conversations break down.
- Aisha (deaf, 3rd-year CS) opens SignSpeak AI in any browser. She signs in Arabic Sign Language; the system shows the text on screen and reads it aloud through Web Speech TTS. The hearing professor responds verbally. Conversation 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Eight CV capabilities (only 4 required)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864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</a:rPr>
              <a:t>1. Image enhancement - CLAHE
2. Image segmentation - MediaPipe Selfie
3. Binary morphological ops - erode + dilate
4. Keypoint detection - MediaPipe Holistic
5. Face detection - 468 face landmarks
6. Edge detection - Canny on hand crop
7. Video processing - optical flow + voting
8. Object recognition - MobileNetV3 + MLP ensemble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9000000" cy="49193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Per-frame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86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</a:rPr>
              <a:t>Each WebSocket frame at 15 FPS:
1. CLAHE enhancement on LAB L channel
2. MediaPipe Selfie segmentation -&gt; foreground mask
3. Open + close morphology cleans the mask
4. MediaPipe Holistic -&gt; 21 hand + 468 face + 33 pose keypoints
5. Canny edges on the hand crop (auxiliary)
6. Optical-flow magnitude on consecutive hand landmarks
7. Landmark MLP inference (63-D vector -&gt; 61 classes)
8. MobileNetV3-Small inference (96x96 crop -&gt; 61 classes)
    Ensemble + 8-of-10 vote + conf&gt;=0.85 -&gt; stable 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Models and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864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</a:rPr>
              <a:t>Landmark MLP (trained from scratch on our curated data)
  - 63 -&gt; 256 -&gt; 128 -&gt; 64 -&gt; 61, BatchNorm, dropout 0.3
  - 20 epochs, AdamW 1e-3, cosine annealing, label smoothing 0.05
  - On-line augmentation: rotation +/-10 deg, scale jitter, noise
MobileNetV3-Small (ImageNet pretrained, fine-tuned)
  - Backbone frozen except last conv block
  - Final classifier replaced with 1024 -&gt; 61 linear
  - 5 epochs, AdamW, ColorJitter + small rotations
Both checkpoints loaded at startup by backend/app/models/ensemble.py.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Results -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60000"/>
            <a:ext cx="79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</a:rPr>
              <a:t>[table to be inserted after training]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Results - confusion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Results - latency,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FAFC"/>
                </a:solidFill>
              </a:rPr>
              <a:t>Latency &amp; FPS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39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</a:rPr>
              <a:t>[table to be inserted after training]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000" y="108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FAFC"/>
                </a:solidFill>
              </a:rPr>
              <a:t>Ablation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0" y="1440000"/>
            <a:ext cx="39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</a:rPr>
              <a:t>[table to be inserted after training]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86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</a:rPr>
              <a:t>1. Open http://localhost:3000 and click 'Start live mode'
2. Show webcam + skeleton overlay + 25 FPS in stats panel
3. Sign A, B, C in ASL - letters appear; confidence &gt; 95%
4. Spell H-E-L-L-O - sentence builder fills
5. Click 'Speak' - English TTS says 'Hello'
6. Toggle to ArSL - sign 2 Arabic letters - Arabic glyphs appear
7. Switch to 'Upload' page - drop a pre-recorded clip - transcript renders
8. Back to live - dim the lights to show CLAHE robustness
9. 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576000"/>
            <a:ext cx="792000" cy="6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360000"/>
            <a:ext cx="86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86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</a:rPr>
              <a:t>Limitations
  - Fingerspelling only; no continuous sentence-level signs yet
  - Single-hand pipeline; two-handed signs are not modelled
  - 32 ArSL letters supported; ArSL has &gt; 100 dynamic signs
Future work
  - Add WLASL temporal model for whole-word signs
  - React Native client with TFLite for on-device inference
  - Bidirectional - text-to-sign avatar for hearing -&gt; deaf direction
  - Expand custom dataset with UAE community contributions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800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8FAFC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24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60A5FA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414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github.com/ykanjo04/SignSpeak-AI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